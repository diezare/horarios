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4" autoAdjust="0"/>
    <p:restoredTop sz="94660"/>
  </p:normalViewPr>
  <p:slideViewPr>
    <p:cSldViewPr snapToGrid="0">
      <p:cViewPr varScale="1">
        <p:scale>
          <a:sx n="78" d="100"/>
          <a:sy n="78" d="100"/>
        </p:scale>
        <p:origin x="97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B1821A3-694B-3478-6BB7-DC335B109A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7732994-B9B2-D0DF-3627-31CE5951BD8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15C52F-A8B4-8073-B05F-BFF32E46F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CCA7B06-E4AC-0171-88B7-0E97847DFC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F51898-1D66-9338-6FD1-316170BE5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46824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9E278A5-803B-22FE-38A0-DBC85E172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C56B5F4-2100-231D-2BFF-077FE4FCD3F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CCFEDAB-6B28-B190-344E-682F77A276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8AA372-3265-CF4A-90ED-6F3E43EE3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D46F2FD-9E27-B425-CA90-09766D0463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0081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514777-C4A8-9E1C-2EE7-7FB973606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5FC6CC6-0770-7223-052C-BAFFC0F397C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9CBE632-3997-1DBB-B316-EEFAE23D4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54D6850-2E28-19F2-A11E-0117E9F46D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0659B01-236C-C123-6473-3269EA154C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263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8C9D66-618D-D1EA-2936-A82F9F20F3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5AA479-D505-84A3-7025-D0FF7A4476D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39CD1476-A5B0-74C7-5D7F-26F5EED789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4737946-6192-FED8-1300-5AEC7A845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C23DB7-71D9-5540-2478-C48082475A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F9D382DB-0BD3-BA7F-5BA2-4F18C64304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208837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83F84B2-0148-B796-6579-3875A2FEE0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AA54848-2D68-140C-E82A-5DC6D25F03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E2DF9DA-6348-D0BC-4619-4CFA67D4F06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62B27BC-876D-4AAB-A141-639FCD87E1F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FA15454-5D74-BB6F-C091-E263124430E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421883B-7DA2-1CC6-4E80-D2A98C4643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40ECB28B-318D-83EB-F86B-4DB317C535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87EE6040-ED86-2E63-3AA5-99139F841D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715853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51D342-C80F-215B-C2E5-4D77F49A28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3A50196-3251-CFBC-0D48-AE0E370820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A3B6D1DA-3C8C-7DF5-BADF-25AE405881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53A192C4-507E-B45F-DE94-6903E37BA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09750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3568140F-03E5-FD94-5D45-BA1740E04D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284C4FCE-A65C-2666-D121-2E652C580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507AE96D-D676-E65A-28B3-BEC758F47C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277703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4524E2-B1D9-614B-8A9D-7AFAC8F8AF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34B28EC-87A2-A130-BCED-D214742B3D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0F8F32E-F97B-61B0-EB1F-02E9AEE61A6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8CECBA37-F9CA-34CB-B8FC-7DA55E3EFB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0496A5-C5CD-1098-B656-470FBD1B6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B29004A-F9B4-D1BC-B626-DE0DC8A7B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8509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E549FA1-120F-B3BC-1E93-630C70BA66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FBB4AF-69E1-76C5-7332-BB003EF045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8EB4E5D-F428-84B1-EACF-418706B492E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FA18E9D-4DCC-9F83-9AAD-F51671ADB1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49441F8C-9E1E-CDAC-5FC5-E836D345E2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EE61213-0443-5DC7-CB4E-C100E9DC16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60333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7BF4B4-7297-30A7-B99B-0DDB713995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471F2A01-43BC-E0AC-7A85-AD0AA0175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200A9A-32E0-AB29-D252-7CA18ACFB1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D5F7BE0-1506-0C6C-BACE-7542191F6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8ECC73A-E830-7732-6862-886B6A2980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4382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DAC36A6-2A0E-77DC-DA56-B42F603269F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33E12782-887D-F93E-0A0B-EAF1D3CAE9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07052C-7B77-B74A-2E60-97D370AA7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9A788F4-C2D0-389C-F2C1-99A68B234B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F764F7-5E94-69F2-4DBA-2E566AFB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81572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43599C33-F932-5BB7-934E-8E6D9AC97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982B272-1CC3-F68D-D3C3-701D7C981C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1C57E54-BACF-9D5E-9B56-B11107E81D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8FDD04-1576-4FF8-9EA0-23498629182B}" type="datetimeFigureOut">
              <a:rPr lang="pt-BR" smtClean="0"/>
              <a:t>13/03/2025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4123715-4170-B799-C79C-CA846919D7F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35203DB1-B3CF-7C04-48BB-5BEC6F7B6E4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B087B4-BCA4-4745-B870-E5511C6C53B7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867632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Imagem 5">
            <a:extLst>
              <a:ext uri="{FF2B5EF4-FFF2-40B4-BE49-F238E27FC236}">
                <a16:creationId xmlns:a16="http://schemas.microsoft.com/office/drawing/2014/main" id="{F7B24FFF-0C6B-DBBE-2212-0A36A086027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7095" t="27650" r="36554" b="17949"/>
          <a:stretch/>
        </p:blipFill>
        <p:spPr>
          <a:xfrm>
            <a:off x="321275" y="1272746"/>
            <a:ext cx="3212757" cy="3534034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65ECE41E-2D60-71A9-E035-72C644F88977}"/>
              </a:ext>
            </a:extLst>
          </p:cNvPr>
          <p:cNvSpPr/>
          <p:nvPr/>
        </p:nvSpPr>
        <p:spPr>
          <a:xfrm>
            <a:off x="630195" y="2236573"/>
            <a:ext cx="2545492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B76E20F7-CF00-D338-40DF-6F2F4EA9EFF4}"/>
              </a:ext>
            </a:extLst>
          </p:cNvPr>
          <p:cNvSpPr/>
          <p:nvPr/>
        </p:nvSpPr>
        <p:spPr>
          <a:xfrm>
            <a:off x="630195" y="2903323"/>
            <a:ext cx="2545492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74204324-F09C-DE71-AC07-C7B2D0F9DD0A}"/>
              </a:ext>
            </a:extLst>
          </p:cNvPr>
          <p:cNvSpPr/>
          <p:nvPr/>
        </p:nvSpPr>
        <p:spPr>
          <a:xfrm>
            <a:off x="630195" y="3384121"/>
            <a:ext cx="1048608" cy="2091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2" name="Retângulo 11">
            <a:extLst>
              <a:ext uri="{FF2B5EF4-FFF2-40B4-BE49-F238E27FC236}">
                <a16:creationId xmlns:a16="http://schemas.microsoft.com/office/drawing/2014/main" id="{2B8A4691-0B9A-E271-7332-5D104457D413}"/>
              </a:ext>
            </a:extLst>
          </p:cNvPr>
          <p:cNvSpPr/>
          <p:nvPr/>
        </p:nvSpPr>
        <p:spPr>
          <a:xfrm>
            <a:off x="630195" y="3709773"/>
            <a:ext cx="2545492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3" name="Retângulo 12">
            <a:extLst>
              <a:ext uri="{FF2B5EF4-FFF2-40B4-BE49-F238E27FC236}">
                <a16:creationId xmlns:a16="http://schemas.microsoft.com/office/drawing/2014/main" id="{026E9469-FD60-645D-EF36-DA92A35DBE84}"/>
              </a:ext>
            </a:extLst>
          </p:cNvPr>
          <p:cNvSpPr/>
          <p:nvPr/>
        </p:nvSpPr>
        <p:spPr>
          <a:xfrm>
            <a:off x="2164578" y="4362837"/>
            <a:ext cx="742950" cy="209121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id="{04BA51E8-94AA-FADC-86FC-557DE6F532F9}"/>
              </a:ext>
            </a:extLst>
          </p:cNvPr>
          <p:cNvSpPr/>
          <p:nvPr/>
        </p:nvSpPr>
        <p:spPr>
          <a:xfrm>
            <a:off x="1894703" y="3384121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69583DF5-9FB0-9794-8C47-16EF9258ED7E}"/>
              </a:ext>
            </a:extLst>
          </p:cNvPr>
          <p:cNvSpPr txBox="1"/>
          <p:nvPr/>
        </p:nvSpPr>
        <p:spPr>
          <a:xfrm>
            <a:off x="1869303" y="3356787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id="{5BADA059-043B-B81F-D169-90E90AD51994}"/>
              </a:ext>
            </a:extLst>
          </p:cNvPr>
          <p:cNvCxnSpPr>
            <a:cxnSpLocks/>
          </p:cNvCxnSpPr>
          <p:nvPr/>
        </p:nvCxnSpPr>
        <p:spPr>
          <a:xfrm>
            <a:off x="1701028" y="3488681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Elipse 19">
            <a:extLst>
              <a:ext uri="{FF2B5EF4-FFF2-40B4-BE49-F238E27FC236}">
                <a16:creationId xmlns:a16="http://schemas.microsoft.com/office/drawing/2014/main" id="{06356B45-A7D4-6674-2CCA-305DDE5CACA3}"/>
              </a:ext>
            </a:extLst>
          </p:cNvPr>
          <p:cNvSpPr/>
          <p:nvPr/>
        </p:nvSpPr>
        <p:spPr>
          <a:xfrm>
            <a:off x="3391584" y="3815921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AEE64DBE-30C5-A6C8-FE88-8D17A67EA844}"/>
              </a:ext>
            </a:extLst>
          </p:cNvPr>
          <p:cNvSpPr txBox="1"/>
          <p:nvPr/>
        </p:nvSpPr>
        <p:spPr>
          <a:xfrm>
            <a:off x="3366184" y="3788587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id="{B97F6774-CD45-A7B5-AAD0-7EBF61890A6B}"/>
              </a:ext>
            </a:extLst>
          </p:cNvPr>
          <p:cNvCxnSpPr>
            <a:cxnSpLocks/>
          </p:cNvCxnSpPr>
          <p:nvPr/>
        </p:nvCxnSpPr>
        <p:spPr>
          <a:xfrm>
            <a:off x="3197909" y="3920481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3" name="Elipse 22">
            <a:extLst>
              <a:ext uri="{FF2B5EF4-FFF2-40B4-BE49-F238E27FC236}">
                <a16:creationId xmlns:a16="http://schemas.microsoft.com/office/drawing/2014/main" id="{56776235-C34D-8066-136C-CAF0A49AA81C}"/>
              </a:ext>
            </a:extLst>
          </p:cNvPr>
          <p:cNvSpPr/>
          <p:nvPr/>
        </p:nvSpPr>
        <p:spPr>
          <a:xfrm>
            <a:off x="3391584" y="2317321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C0C30EBC-16C3-3608-1912-7997A91920DD}"/>
              </a:ext>
            </a:extLst>
          </p:cNvPr>
          <p:cNvSpPr txBox="1"/>
          <p:nvPr/>
        </p:nvSpPr>
        <p:spPr>
          <a:xfrm>
            <a:off x="3366184" y="2289987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id="{C194C7B6-BD40-DB24-508F-ACD5510ABBF0}"/>
              </a:ext>
            </a:extLst>
          </p:cNvPr>
          <p:cNvCxnSpPr>
            <a:cxnSpLocks/>
          </p:cNvCxnSpPr>
          <p:nvPr/>
        </p:nvCxnSpPr>
        <p:spPr>
          <a:xfrm>
            <a:off x="3197909" y="2421881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6" name="Elipse 25">
            <a:extLst>
              <a:ext uri="{FF2B5EF4-FFF2-40B4-BE49-F238E27FC236}">
                <a16:creationId xmlns:a16="http://schemas.microsoft.com/office/drawing/2014/main" id="{96AA296B-7DA3-DA0B-3886-8865B390D5FB}"/>
              </a:ext>
            </a:extLst>
          </p:cNvPr>
          <p:cNvSpPr/>
          <p:nvPr/>
        </p:nvSpPr>
        <p:spPr>
          <a:xfrm>
            <a:off x="3391584" y="2992842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07141D72-ABCD-250A-60AE-C33A1311CA9F}"/>
              </a:ext>
            </a:extLst>
          </p:cNvPr>
          <p:cNvSpPr txBox="1"/>
          <p:nvPr/>
        </p:nvSpPr>
        <p:spPr>
          <a:xfrm>
            <a:off x="3366184" y="2965508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9E78761F-13ED-4C30-5ADA-E632BE89581F}"/>
              </a:ext>
            </a:extLst>
          </p:cNvPr>
          <p:cNvCxnSpPr>
            <a:cxnSpLocks/>
          </p:cNvCxnSpPr>
          <p:nvPr/>
        </p:nvCxnSpPr>
        <p:spPr>
          <a:xfrm>
            <a:off x="3197909" y="3097402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9" name="Elipse 28">
            <a:extLst>
              <a:ext uri="{FF2B5EF4-FFF2-40B4-BE49-F238E27FC236}">
                <a16:creationId xmlns:a16="http://schemas.microsoft.com/office/drawing/2014/main" id="{55256A01-DD32-28D3-0006-9ABB6101D1F5}"/>
              </a:ext>
            </a:extLst>
          </p:cNvPr>
          <p:cNvSpPr/>
          <p:nvPr/>
        </p:nvSpPr>
        <p:spPr>
          <a:xfrm>
            <a:off x="3141188" y="4358075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0" name="CaixaDeTexto 29">
            <a:extLst>
              <a:ext uri="{FF2B5EF4-FFF2-40B4-BE49-F238E27FC236}">
                <a16:creationId xmlns:a16="http://schemas.microsoft.com/office/drawing/2014/main" id="{4BE44805-23D8-8141-F6B8-39C2DC75E4F9}"/>
              </a:ext>
            </a:extLst>
          </p:cNvPr>
          <p:cNvSpPr txBox="1"/>
          <p:nvPr/>
        </p:nvSpPr>
        <p:spPr>
          <a:xfrm>
            <a:off x="3115788" y="4330741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id="{84CA0EEB-7C78-1716-BF9C-E4FC3B8333C6}"/>
              </a:ext>
            </a:extLst>
          </p:cNvPr>
          <p:cNvCxnSpPr>
            <a:cxnSpLocks/>
          </p:cNvCxnSpPr>
          <p:nvPr/>
        </p:nvCxnSpPr>
        <p:spPr>
          <a:xfrm>
            <a:off x="2947513" y="4462635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pic>
        <p:nvPicPr>
          <p:cNvPr id="33" name="Imagem 32">
            <a:extLst>
              <a:ext uri="{FF2B5EF4-FFF2-40B4-BE49-F238E27FC236}">
                <a16:creationId xmlns:a16="http://schemas.microsoft.com/office/drawing/2014/main" id="{CDD498EE-83E6-3C55-7601-826ED27817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2270" y="1272746"/>
            <a:ext cx="4420217" cy="1495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387963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m 6">
            <a:extLst>
              <a:ext uri="{FF2B5EF4-FFF2-40B4-BE49-F238E27FC236}">
                <a16:creationId xmlns:a16="http://schemas.microsoft.com/office/drawing/2014/main" id="{1307D514-2DBA-9B2E-5C36-1E4EBD0CD8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496300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2D5BE31C-8A08-7198-B28D-D89EF4DB4F98}"/>
              </a:ext>
            </a:extLst>
          </p:cNvPr>
          <p:cNvSpPr/>
          <p:nvPr/>
        </p:nvSpPr>
        <p:spPr>
          <a:xfrm>
            <a:off x="76198" y="712573"/>
            <a:ext cx="1543051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7F070D32-37A9-BA3F-2D81-E90AFD7FF34A}"/>
              </a:ext>
            </a:extLst>
          </p:cNvPr>
          <p:cNvSpPr/>
          <p:nvPr/>
        </p:nvSpPr>
        <p:spPr>
          <a:xfrm>
            <a:off x="2481855" y="711620"/>
            <a:ext cx="1312905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17" name="Elipse 16">
            <a:extLst>
              <a:ext uri="{FF2B5EF4-FFF2-40B4-BE49-F238E27FC236}">
                <a16:creationId xmlns:a16="http://schemas.microsoft.com/office/drawing/2014/main" id="{F71F5059-7148-6E32-461C-12A170148920}"/>
              </a:ext>
            </a:extLst>
          </p:cNvPr>
          <p:cNvSpPr/>
          <p:nvPr/>
        </p:nvSpPr>
        <p:spPr>
          <a:xfrm>
            <a:off x="4014124" y="814954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C9EC47E1-FDB3-853E-B08D-CA6CDD57E21E}"/>
              </a:ext>
            </a:extLst>
          </p:cNvPr>
          <p:cNvSpPr txBox="1"/>
          <p:nvPr/>
        </p:nvSpPr>
        <p:spPr>
          <a:xfrm>
            <a:off x="3988724" y="787620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</a:p>
        </p:txBody>
      </p: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id="{2429FF2A-9AC2-5CD2-56E3-0E3F49C4C3C9}"/>
              </a:ext>
            </a:extLst>
          </p:cNvPr>
          <p:cNvCxnSpPr>
            <a:cxnSpLocks/>
          </p:cNvCxnSpPr>
          <p:nvPr/>
        </p:nvCxnSpPr>
        <p:spPr>
          <a:xfrm>
            <a:off x="3820449" y="919514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0" name="Retângulo 19">
            <a:extLst>
              <a:ext uri="{FF2B5EF4-FFF2-40B4-BE49-F238E27FC236}">
                <a16:creationId xmlns:a16="http://schemas.microsoft.com/office/drawing/2014/main" id="{285DBD80-8868-596D-62FA-22C207573CB0}"/>
              </a:ext>
            </a:extLst>
          </p:cNvPr>
          <p:cNvSpPr/>
          <p:nvPr/>
        </p:nvSpPr>
        <p:spPr>
          <a:xfrm>
            <a:off x="2063109" y="716998"/>
            <a:ext cx="250184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21" name="Elipse 20">
            <a:extLst>
              <a:ext uri="{FF2B5EF4-FFF2-40B4-BE49-F238E27FC236}">
                <a16:creationId xmlns:a16="http://schemas.microsoft.com/office/drawing/2014/main" id="{EF738F80-3073-6E04-8C5C-096EE0102BF9}"/>
              </a:ext>
            </a:extLst>
          </p:cNvPr>
          <p:cNvSpPr/>
          <p:nvPr/>
        </p:nvSpPr>
        <p:spPr>
          <a:xfrm>
            <a:off x="2081519" y="227287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1D30231F-896A-954A-ABE4-8722F3B22922}"/>
              </a:ext>
            </a:extLst>
          </p:cNvPr>
          <p:cNvSpPr txBox="1"/>
          <p:nvPr/>
        </p:nvSpPr>
        <p:spPr>
          <a:xfrm>
            <a:off x="2056119" y="201178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</a:p>
        </p:txBody>
      </p: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id="{2FC07BDE-AF4D-72F3-45DB-6DF72508B68A}"/>
              </a:ext>
            </a:extLst>
          </p:cNvPr>
          <p:cNvCxnSpPr>
            <a:cxnSpLocks/>
          </p:cNvCxnSpPr>
          <p:nvPr/>
        </p:nvCxnSpPr>
        <p:spPr>
          <a:xfrm flipV="1">
            <a:off x="2202961" y="463326"/>
            <a:ext cx="0" cy="2103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25" name="Retângulo 24">
            <a:extLst>
              <a:ext uri="{FF2B5EF4-FFF2-40B4-BE49-F238E27FC236}">
                <a16:creationId xmlns:a16="http://schemas.microsoft.com/office/drawing/2014/main" id="{287568FE-B0DC-2A13-BEA3-0F45EBCEF890}"/>
              </a:ext>
            </a:extLst>
          </p:cNvPr>
          <p:cNvSpPr/>
          <p:nvPr/>
        </p:nvSpPr>
        <p:spPr>
          <a:xfrm>
            <a:off x="2155260" y="1354352"/>
            <a:ext cx="1189918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26" name="Elipse 25">
            <a:extLst>
              <a:ext uri="{FF2B5EF4-FFF2-40B4-BE49-F238E27FC236}">
                <a16:creationId xmlns:a16="http://schemas.microsoft.com/office/drawing/2014/main" id="{20D03CA8-0E01-772A-CC40-FB87145FD0CF}"/>
              </a:ext>
            </a:extLst>
          </p:cNvPr>
          <p:cNvSpPr/>
          <p:nvPr/>
        </p:nvSpPr>
        <p:spPr>
          <a:xfrm>
            <a:off x="3595666" y="1451885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27" name="CaixaDeTexto 26">
            <a:extLst>
              <a:ext uri="{FF2B5EF4-FFF2-40B4-BE49-F238E27FC236}">
                <a16:creationId xmlns:a16="http://schemas.microsoft.com/office/drawing/2014/main" id="{BE58E902-7ED1-0CE9-11E5-9A7E38B4CC7B}"/>
              </a:ext>
            </a:extLst>
          </p:cNvPr>
          <p:cNvSpPr txBox="1"/>
          <p:nvPr/>
        </p:nvSpPr>
        <p:spPr>
          <a:xfrm>
            <a:off x="3570266" y="1424551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</a:p>
        </p:txBody>
      </p: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id="{FF31A101-97E4-AD44-546B-5E15A2D40E43}"/>
              </a:ext>
            </a:extLst>
          </p:cNvPr>
          <p:cNvCxnSpPr>
            <a:cxnSpLocks/>
          </p:cNvCxnSpPr>
          <p:nvPr/>
        </p:nvCxnSpPr>
        <p:spPr>
          <a:xfrm>
            <a:off x="3401991" y="1556445"/>
            <a:ext cx="177800" cy="660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33" name="Retângulo 32">
            <a:extLst>
              <a:ext uri="{FF2B5EF4-FFF2-40B4-BE49-F238E27FC236}">
                <a16:creationId xmlns:a16="http://schemas.microsoft.com/office/drawing/2014/main" id="{12EDC3F9-A0AC-2F6E-380B-2DB912294FA9}"/>
              </a:ext>
            </a:extLst>
          </p:cNvPr>
          <p:cNvSpPr/>
          <p:nvPr/>
        </p:nvSpPr>
        <p:spPr>
          <a:xfrm>
            <a:off x="8856145" y="710393"/>
            <a:ext cx="2545492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34" name="Elipse 33">
            <a:extLst>
              <a:ext uri="{FF2B5EF4-FFF2-40B4-BE49-F238E27FC236}">
                <a16:creationId xmlns:a16="http://schemas.microsoft.com/office/drawing/2014/main" id="{8044C68D-EDB8-9D50-7266-309AE7AED5A1}"/>
              </a:ext>
            </a:extLst>
          </p:cNvPr>
          <p:cNvSpPr/>
          <p:nvPr/>
        </p:nvSpPr>
        <p:spPr>
          <a:xfrm>
            <a:off x="8428983" y="813727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id="{7CABB0FE-4584-F2AB-3D63-4AA1DCD16E6F}"/>
              </a:ext>
            </a:extLst>
          </p:cNvPr>
          <p:cNvSpPr txBox="1"/>
          <p:nvPr/>
        </p:nvSpPr>
        <p:spPr>
          <a:xfrm>
            <a:off x="8403583" y="786393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</a:p>
        </p:txBody>
      </p: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id="{29FF6C29-2685-BA37-B21F-1DAD06D2CD43}"/>
              </a:ext>
            </a:extLst>
          </p:cNvPr>
          <p:cNvCxnSpPr>
            <a:cxnSpLocks/>
          </p:cNvCxnSpPr>
          <p:nvPr/>
        </p:nvCxnSpPr>
        <p:spPr>
          <a:xfrm flipH="1">
            <a:off x="8669641" y="926119"/>
            <a:ext cx="1865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2" name="Retângulo 41">
            <a:extLst>
              <a:ext uri="{FF2B5EF4-FFF2-40B4-BE49-F238E27FC236}">
                <a16:creationId xmlns:a16="http://schemas.microsoft.com/office/drawing/2014/main" id="{1860CCC9-839A-828C-005D-F1401D242D31}"/>
              </a:ext>
            </a:extLst>
          </p:cNvPr>
          <p:cNvSpPr/>
          <p:nvPr/>
        </p:nvSpPr>
        <p:spPr>
          <a:xfrm>
            <a:off x="10407649" y="1283308"/>
            <a:ext cx="1566007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43" name="Elipse 42">
            <a:extLst>
              <a:ext uri="{FF2B5EF4-FFF2-40B4-BE49-F238E27FC236}">
                <a16:creationId xmlns:a16="http://schemas.microsoft.com/office/drawing/2014/main" id="{24696CF5-8E44-698E-7182-8BDB1CF41361}"/>
              </a:ext>
            </a:extLst>
          </p:cNvPr>
          <p:cNvSpPr/>
          <p:nvPr/>
        </p:nvSpPr>
        <p:spPr>
          <a:xfrm>
            <a:off x="9964522" y="1372625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4" name="CaixaDeTexto 43">
            <a:extLst>
              <a:ext uri="{FF2B5EF4-FFF2-40B4-BE49-F238E27FC236}">
                <a16:creationId xmlns:a16="http://schemas.microsoft.com/office/drawing/2014/main" id="{A0BC0003-8403-7EE9-B5B7-B52AB42621CD}"/>
              </a:ext>
            </a:extLst>
          </p:cNvPr>
          <p:cNvSpPr txBox="1"/>
          <p:nvPr/>
        </p:nvSpPr>
        <p:spPr>
          <a:xfrm>
            <a:off x="9939122" y="1345291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7</a:t>
            </a:r>
          </a:p>
        </p:txBody>
      </p:sp>
      <p:cxnSp>
        <p:nvCxnSpPr>
          <p:cNvPr id="45" name="Conector de Seta Reta 44">
            <a:extLst>
              <a:ext uri="{FF2B5EF4-FFF2-40B4-BE49-F238E27FC236}">
                <a16:creationId xmlns:a16="http://schemas.microsoft.com/office/drawing/2014/main" id="{0B0BBE74-BD37-2370-1B07-B7E38605ECD0}"/>
              </a:ext>
            </a:extLst>
          </p:cNvPr>
          <p:cNvCxnSpPr>
            <a:cxnSpLocks/>
          </p:cNvCxnSpPr>
          <p:nvPr/>
        </p:nvCxnSpPr>
        <p:spPr>
          <a:xfrm flipH="1">
            <a:off x="10205180" y="1485017"/>
            <a:ext cx="1865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6" name="Retângulo 45">
            <a:extLst>
              <a:ext uri="{FF2B5EF4-FFF2-40B4-BE49-F238E27FC236}">
                <a16:creationId xmlns:a16="http://schemas.microsoft.com/office/drawing/2014/main" id="{05655951-B410-10B8-4466-847C7585108E}"/>
              </a:ext>
            </a:extLst>
          </p:cNvPr>
          <p:cNvSpPr/>
          <p:nvPr/>
        </p:nvSpPr>
        <p:spPr>
          <a:xfrm>
            <a:off x="11588141" y="702327"/>
            <a:ext cx="425265" cy="418242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47" name="Elipse 46">
            <a:extLst>
              <a:ext uri="{FF2B5EF4-FFF2-40B4-BE49-F238E27FC236}">
                <a16:creationId xmlns:a16="http://schemas.microsoft.com/office/drawing/2014/main" id="{051A6381-4963-9D07-598F-2BCB2F94A250}"/>
              </a:ext>
            </a:extLst>
          </p:cNvPr>
          <p:cNvSpPr/>
          <p:nvPr/>
        </p:nvSpPr>
        <p:spPr>
          <a:xfrm>
            <a:off x="11702382" y="200995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48" name="CaixaDeTexto 47">
            <a:extLst>
              <a:ext uri="{FF2B5EF4-FFF2-40B4-BE49-F238E27FC236}">
                <a16:creationId xmlns:a16="http://schemas.microsoft.com/office/drawing/2014/main" id="{2AF39C2D-EBFA-96B4-4F6B-0512CF8CDF0D}"/>
              </a:ext>
            </a:extLst>
          </p:cNvPr>
          <p:cNvSpPr txBox="1"/>
          <p:nvPr/>
        </p:nvSpPr>
        <p:spPr>
          <a:xfrm>
            <a:off x="11676982" y="173661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</a:p>
        </p:txBody>
      </p:sp>
      <p:cxnSp>
        <p:nvCxnSpPr>
          <p:cNvPr id="49" name="Conector de Seta Reta 48">
            <a:extLst>
              <a:ext uri="{FF2B5EF4-FFF2-40B4-BE49-F238E27FC236}">
                <a16:creationId xmlns:a16="http://schemas.microsoft.com/office/drawing/2014/main" id="{ADD36C7C-5CDD-C75E-EDCD-97DA411C8E91}"/>
              </a:ext>
            </a:extLst>
          </p:cNvPr>
          <p:cNvCxnSpPr>
            <a:cxnSpLocks/>
          </p:cNvCxnSpPr>
          <p:nvPr/>
        </p:nvCxnSpPr>
        <p:spPr>
          <a:xfrm flipV="1">
            <a:off x="11821323" y="463326"/>
            <a:ext cx="1" cy="226335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3" name="Retângulo 52">
            <a:extLst>
              <a:ext uri="{FF2B5EF4-FFF2-40B4-BE49-F238E27FC236}">
                <a16:creationId xmlns:a16="http://schemas.microsoft.com/office/drawing/2014/main" id="{1B414F18-FDAE-D680-9384-1BEC593E4208}"/>
              </a:ext>
            </a:extLst>
          </p:cNvPr>
          <p:cNvSpPr/>
          <p:nvPr/>
        </p:nvSpPr>
        <p:spPr>
          <a:xfrm>
            <a:off x="76199" y="1366792"/>
            <a:ext cx="1803477" cy="2722347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id="{50ACFDB7-4DA8-8AB1-9341-FC5D8FF2413B}"/>
              </a:ext>
            </a:extLst>
          </p:cNvPr>
          <p:cNvSpPr/>
          <p:nvPr/>
        </p:nvSpPr>
        <p:spPr>
          <a:xfrm>
            <a:off x="845621" y="4417419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5" name="CaixaDeTexto 54">
            <a:extLst>
              <a:ext uri="{FF2B5EF4-FFF2-40B4-BE49-F238E27FC236}">
                <a16:creationId xmlns:a16="http://schemas.microsoft.com/office/drawing/2014/main" id="{6AF9360E-B946-2067-9A1E-9E229B4B3FB6}"/>
              </a:ext>
            </a:extLst>
          </p:cNvPr>
          <p:cNvSpPr txBox="1"/>
          <p:nvPr/>
        </p:nvSpPr>
        <p:spPr>
          <a:xfrm>
            <a:off x="820221" y="4390085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8</a:t>
            </a:r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id="{413940B4-D853-880C-F8FE-EFA2D6B60616}"/>
              </a:ext>
            </a:extLst>
          </p:cNvPr>
          <p:cNvCxnSpPr>
            <a:cxnSpLocks/>
          </p:cNvCxnSpPr>
          <p:nvPr/>
        </p:nvCxnSpPr>
        <p:spPr>
          <a:xfrm>
            <a:off x="945313" y="4140200"/>
            <a:ext cx="0" cy="18939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59" name="Retângulo 58">
            <a:extLst>
              <a:ext uri="{FF2B5EF4-FFF2-40B4-BE49-F238E27FC236}">
                <a16:creationId xmlns:a16="http://schemas.microsoft.com/office/drawing/2014/main" id="{55BA8B59-1CDA-E6BF-965E-52D17A6D1962}"/>
              </a:ext>
            </a:extLst>
          </p:cNvPr>
          <p:cNvSpPr/>
          <p:nvPr/>
        </p:nvSpPr>
        <p:spPr>
          <a:xfrm>
            <a:off x="2202961" y="2048784"/>
            <a:ext cx="9618362" cy="839183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60" name="Elipse 59">
            <a:extLst>
              <a:ext uri="{FF2B5EF4-FFF2-40B4-BE49-F238E27FC236}">
                <a16:creationId xmlns:a16="http://schemas.microsoft.com/office/drawing/2014/main" id="{0577EF68-D147-B2B2-C67A-6FA9B4E0CC74}"/>
              </a:ext>
            </a:extLst>
          </p:cNvPr>
          <p:cNvSpPr/>
          <p:nvPr/>
        </p:nvSpPr>
        <p:spPr>
          <a:xfrm>
            <a:off x="6936146" y="1548234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1" name="CaixaDeTexto 60">
            <a:extLst>
              <a:ext uri="{FF2B5EF4-FFF2-40B4-BE49-F238E27FC236}">
                <a16:creationId xmlns:a16="http://schemas.microsoft.com/office/drawing/2014/main" id="{461FAB00-608F-2EE4-1600-94B53CF8AC34}"/>
              </a:ext>
            </a:extLst>
          </p:cNvPr>
          <p:cNvSpPr txBox="1"/>
          <p:nvPr/>
        </p:nvSpPr>
        <p:spPr>
          <a:xfrm>
            <a:off x="6910746" y="1520900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</a:p>
        </p:txBody>
      </p: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id="{60F990D6-ACE5-7ADE-C187-B20D75397BDC}"/>
              </a:ext>
            </a:extLst>
          </p:cNvPr>
          <p:cNvCxnSpPr>
            <a:cxnSpLocks/>
          </p:cNvCxnSpPr>
          <p:nvPr/>
        </p:nvCxnSpPr>
        <p:spPr>
          <a:xfrm flipV="1">
            <a:off x="7037131" y="1820642"/>
            <a:ext cx="0" cy="216149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5" name="Retângulo 64">
            <a:extLst>
              <a:ext uri="{FF2B5EF4-FFF2-40B4-BE49-F238E27FC236}">
                <a16:creationId xmlns:a16="http://schemas.microsoft.com/office/drawing/2014/main" id="{1695FBF3-4AF6-C4EA-E3A3-DCEF30200BC5}"/>
              </a:ext>
            </a:extLst>
          </p:cNvPr>
          <p:cNvSpPr/>
          <p:nvPr/>
        </p:nvSpPr>
        <p:spPr>
          <a:xfrm>
            <a:off x="2188201" y="2965688"/>
            <a:ext cx="9633122" cy="357393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noFill/>
            </a:endParaRPr>
          </a:p>
        </p:txBody>
      </p:sp>
      <p:sp>
        <p:nvSpPr>
          <p:cNvPr id="66" name="Elipse 65">
            <a:extLst>
              <a:ext uri="{FF2B5EF4-FFF2-40B4-BE49-F238E27FC236}">
                <a16:creationId xmlns:a16="http://schemas.microsoft.com/office/drawing/2014/main" id="{B22A74F8-CA32-A969-15E4-1A09477422DD}"/>
              </a:ext>
            </a:extLst>
          </p:cNvPr>
          <p:cNvSpPr/>
          <p:nvPr/>
        </p:nvSpPr>
        <p:spPr>
          <a:xfrm>
            <a:off x="1713233" y="4917598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7" name="CaixaDeTexto 66">
            <a:extLst>
              <a:ext uri="{FF2B5EF4-FFF2-40B4-BE49-F238E27FC236}">
                <a16:creationId xmlns:a16="http://schemas.microsoft.com/office/drawing/2014/main" id="{289A78E2-65B2-A696-AC92-4A4FAA6FFDF8}"/>
              </a:ext>
            </a:extLst>
          </p:cNvPr>
          <p:cNvSpPr txBox="1"/>
          <p:nvPr/>
        </p:nvSpPr>
        <p:spPr>
          <a:xfrm>
            <a:off x="1653457" y="4894421"/>
            <a:ext cx="3936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1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endParaRPr lang="pt-BR" sz="3600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id="{FB60EB20-AA31-A0A6-0C8D-2146F59784AF}"/>
              </a:ext>
            </a:extLst>
          </p:cNvPr>
          <p:cNvCxnSpPr>
            <a:cxnSpLocks/>
          </p:cNvCxnSpPr>
          <p:nvPr/>
        </p:nvCxnSpPr>
        <p:spPr>
          <a:xfrm flipH="1">
            <a:off x="1953891" y="5029990"/>
            <a:ext cx="18650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9" name="Elipse 68">
            <a:extLst>
              <a:ext uri="{FF2B5EF4-FFF2-40B4-BE49-F238E27FC236}">
                <a16:creationId xmlns:a16="http://schemas.microsoft.com/office/drawing/2014/main" id="{3AE793CA-A2E8-ABA9-BDDF-EEBA8D3E6E21}"/>
              </a:ext>
            </a:extLst>
          </p:cNvPr>
          <p:cNvSpPr/>
          <p:nvPr/>
        </p:nvSpPr>
        <p:spPr>
          <a:xfrm>
            <a:off x="678185" y="227104"/>
            <a:ext cx="224783" cy="224783"/>
          </a:xfrm>
          <a:prstGeom prst="ellips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0" name="CaixaDeTexto 69">
            <a:extLst>
              <a:ext uri="{FF2B5EF4-FFF2-40B4-BE49-F238E27FC236}">
                <a16:creationId xmlns:a16="http://schemas.microsoft.com/office/drawing/2014/main" id="{FFAE118D-FE69-8FF3-93F7-8D3B7F99CF5D}"/>
              </a:ext>
            </a:extLst>
          </p:cNvPr>
          <p:cNvSpPr txBox="1"/>
          <p:nvPr/>
        </p:nvSpPr>
        <p:spPr>
          <a:xfrm>
            <a:off x="652785" y="200995"/>
            <a:ext cx="25018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</a:p>
        </p:txBody>
      </p: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C8CD54B0-E648-D08E-DB01-7424C32ABE41}"/>
              </a:ext>
            </a:extLst>
          </p:cNvPr>
          <p:cNvCxnSpPr>
            <a:cxnSpLocks/>
          </p:cNvCxnSpPr>
          <p:nvPr/>
        </p:nvCxnSpPr>
        <p:spPr>
          <a:xfrm flipV="1">
            <a:off x="799627" y="463143"/>
            <a:ext cx="0" cy="210348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98901941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15</Words>
  <Application>Microsoft Office PowerPoint</Application>
  <PresentationFormat>Widescreen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Informatica</dc:creator>
  <cp:lastModifiedBy>Informatica</cp:lastModifiedBy>
  <cp:revision>1</cp:revision>
  <dcterms:created xsi:type="dcterms:W3CDTF">2025-03-13T18:22:59Z</dcterms:created>
  <dcterms:modified xsi:type="dcterms:W3CDTF">2025-03-13T18:23:02Z</dcterms:modified>
</cp:coreProperties>
</file>